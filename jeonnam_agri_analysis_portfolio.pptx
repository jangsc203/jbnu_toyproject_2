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전남 농수산물 가격 분석 &amp; AI 어시스턴트 플랫폼</a:t>
            </a:r>
          </a:p>
          <a:p>
            <a:pPr>
              <a:spcAft>
                <a:spcPts val="4000"/>
              </a:spcAft>
              <a:defRPr sz="1600">
                <a:solidFill>
                  <a:srgbClr val="A0AEC0"/>
                </a:solidFill>
                <a:latin typeface="Malgun Gothic"/>
              </a:defRPr>
            </a:pPr>
            <a:r>
              <a:t>실시간 공공 데이터 동기화 파이프라인 구축 및 RAG AI 어시스턴트 서비스 상용 배포 포트폴리오</a:t>
            </a:r>
          </a:p>
          <a:p>
            <a:pPr>
              <a:defRPr sz="1400">
                <a:solidFill>
                  <a:srgbClr val="10B981"/>
                </a:solidFill>
                <a:latin typeface="Malgun Gothic"/>
              </a:defRPr>
            </a:pPr>
            <a:r>
              <a:t>Developer: 장성철  |  Deployment: Vercel &amp; Supabase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프로젝트 개요 및 핵심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7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💡 기획 의도 및 핵심 가치</a:t>
            </a:r>
          </a:p>
          <a:p>
            <a:pPr>
              <a:spcAft>
                <a:spcPts val="1000"/>
              </a:spcAft>
              <a:defRPr sz="1300">
                <a:solidFill>
                  <a:srgbClr val="A0AEC0"/>
                </a:solidFill>
                <a:latin typeface="Malgun Gothic"/>
              </a:defRPr>
            </a:pPr>
            <a:r>
              <a:t>• 전남 지역 특화 농수산물(26개 주요 품목)의 시세 불확실성 해소</a:t>
            </a:r>
          </a:p>
          <a:p>
            <a:pPr>
              <a:spcAft>
                <a:spcPts val="1000"/>
              </a:spcAft>
              <a:defRPr sz="1300">
                <a:solidFill>
                  <a:srgbClr val="A0AEC0"/>
                </a:solidFill>
                <a:latin typeface="Malgun Gothic"/>
              </a:defRPr>
            </a:pPr>
            <a:r>
              <a:t>• 공공데이터포털(KAMIS) API 연계를 통한 실시간 가격 데이터 추적</a:t>
            </a:r>
          </a:p>
          <a:p>
            <a:pPr>
              <a:spcAft>
                <a:spcPts val="1000"/>
              </a:spcAft>
              <a:defRPr sz="1300">
                <a:solidFill>
                  <a:srgbClr val="A0AEC0"/>
                </a:solidFill>
                <a:latin typeface="Malgun Gothic"/>
              </a:defRPr>
            </a:pPr>
            <a:r>
              <a:t>• 단순 가격 공시를 넘어 AI RAG 챗봇 및 위험지수 산출 제공</a:t>
            </a:r>
          </a:p>
          <a:p>
            <a:pPr>
              <a:spcAft>
                <a:spcPts val="1000"/>
              </a:spcAft>
              <a:defRPr sz="1300">
                <a:solidFill>
                  <a:srgbClr val="A0AEC0"/>
                </a:solidFill>
                <a:latin typeface="Malgun Gothic"/>
              </a:defRPr>
            </a:pPr>
            <a:r>
              <a:t>• 농민에게 출하/의사결정 최적화 지표를 제공하고 투명한 시장 유도</a:t>
            </a:r>
          </a:p>
          <a:p>
            <a:pPr>
              <a:spcAft>
                <a:spcPts val="1000"/>
              </a:spcAft>
              <a:defRPr sz="1300">
                <a:solidFill>
                  <a:srgbClr val="A0AEC0"/>
                </a:solidFill>
                <a:latin typeface="Malgun Gothic"/>
              </a:defRPr>
            </a:pPr>
            <a:r>
              <a:t>• 서버리스 클라우드 환경을 이용해 무비용·고성능 인프라 구축 완수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7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🛠️ 프로젝트 기술 스택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▪ Frontend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   React 18, Vite, TypeScript, Chart.js, HTML5/CSS3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▪ Backend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   Supabase DB (PostgreSQL), Edge Functions (Deno)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▪ AI &amp; Vector DB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   Pinecone Vector Store, OpenAI API (gpt-4o)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▪ Data Pipeline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   Node.js (esm), Fetch API, KAMIS API Integration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▪ Cloud Infrastructure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   Vercel (Frontend Hosting), Supabase Cloud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플랫폼 핵심 제공 기능 및 서비스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17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>
                <a:latin typeface="Malgun Gothic"/>
              </a:defRPr>
            </a:pPr>
            <a:r>
              <a:t>📊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실시간 시세 대시보드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26개 농수산물 품목 실시간 매핑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최근 30일 일별 시세 변동률 제공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과거 36개월 월별 추세 그래프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전남권(순천/광주/전주) 유통망 필터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Chart.js 연동 반응형 시각화 완비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17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>
                <a:latin typeface="Malgun Gothic"/>
              </a:defRPr>
            </a:pPr>
            <a:r>
              <a:t>⚠️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AI 기반 시세 위험 예측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Edge Function 백엔드 분석 엔진 구축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최근 가격 추이를 통한 변동성 체크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상승/하락/보합 위험 지수 자동 연산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작물별 변동 요인 통계 및 정보 추출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RAG용 텍스트 문서 스크립트 자동 생성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17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>
                <a:latin typeface="Malgun Gothic"/>
              </a:defRPr>
            </a:pPr>
            <a:r>
              <a:t>💬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RAG 기반 AI 챗봇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시세 데이터 기반 리포트 생성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Pinecone 벡터 DB 자동 업서트 연동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사용자 질문 맞춤형 맥락 RAG 검색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OpenAI API 연계 정교한 AI 상담원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최신 유통 정보를 바탕으로 100% 한글 대응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배포 및 연동 문제 해결 - (1) 해외 IP API 차단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7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🚨 문제: 해외 IP 대역 API 접근 차단 (HTTP 406)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클라우드 아키텍처 상 Deno Edge Function이 싱가포르(ap-southeast-1) 리전 등 해외 리전에서 구동됨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한국 공공데이터포털(KAMIS) 방화벽은 해외 호스팅 클라우드 IP 대역의 API 요청을 악성 트래픽으로 오인하여 원천 차단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User-Agent 모방, Accept 헤더 삭제, HTTPS 프로토콜 강제 등의 조치에도 불구하고 방화벽 레벨에서 HTTP 406 거부 발생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백엔드 Edge Function이 시세를 긁어올 수 없어 대시보드가 마비되는 중대한 병목 발생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7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✅ 해결책: 로컬 프록시 수집 파이프라인 우회 구축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한국 내 일반 기가 인터넷 망(로컬 PC 환경)을 프록시 노드로 선정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로컬 수집기 스크립트(local-sync.mjs)를 작성하여 로컬에서 공공 API 가격 데이터를 직접 크롤링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수집한 JSON 시세 데이터를 원격 Supabase REST API를 통해 암호화 터널링하여 DB 테이블에 밀어 넣음(Upsert)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데이터 적재 후, 백엔드 분석 Edge Functions(위험 계산, 임베딩, 벡터 싱크)를 순차적으로 API 트리거하여 해외 IP 차단 없이 분석 및 벡터 동기화 완수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배포 및 연동 문제 해결 - (2) Batch Upsert 충돌 및 데이터 중복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7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🚨 문제: 동일 트랜잭션 내 중복 키 충돌 (Conflict 21000)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한 품목 안에 여러 품종(예: 가을 배추, 봄 배추) 데이터가 섞여서 들어와 동일 날짜와 동일 시장의 조건이 한 배치 내에 존재함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PostgREST 및 Supabase DB에 다량의 가격 레코드를 한 번의 HTTP POST로 밀어 넣을 때, 복합 유니크 제약 조건이 겹침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Postgres 레벨에서 'ON CONFLICT DO UPDATE command cannot affect row a second time' 에러를 리턴하며 배치 전체가 거부됨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7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✅ 해결책: 메모리 상의 배치 정제 및 on_conflict 명시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수집기 스크립트에 'dedupePriceRecords' 중복 데이터 가공 함수를 제작하여 메모리 상에서 1차 병합 진행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동일 유니크 키(날짜/품목/시장/지역) 조합이 발생할 경우 가격을 자동으로 평균 산출하여 단 하나의 데이터 행으로 병합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Supabase REST API 호출 엔드포인트 뒤에 'on_conflict' 쿼리 매개변수와 중복 판단 기준 컬럼을 명확히 명시함으로써, 이미 저장된 가격과 충돌이 날 때는 에러 대신 기존 레코드를 안전하게 덮어쓰도록(Upsert) 완벽 조치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배포 및 연동 문제 해결 - (3) 품목 코드 불일치 및 데이터 누락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7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🚨 문제: 비표준 품목 코드 매핑 및 계절성 데이터 끊김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당근, 마늘, 생강, 오렌지, 바나나, 참외 등 9개 품목의 코드 번호와 카테고리가 KAMIS API 표준과 달라 가격 조회 영구 실패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포도 품목 코드가 바나나 코드로 등록되어 포도 자리에 바나나 가격이 오표출되는 데이터 왜곡 꼬임 발생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배추, 무의 품종 코드가 '01' (봄배추/봄무)로 고정되어 여름·가을·겨울 시세가 완전히 차단되어 끊겨 나오는 현상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7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✅ 해결책: 코드 카탈로그 교정 패치 및 Deep Fallback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KAMIS 'productInfo' 전체 품목 메타 데이터를 동적 추적하여 어긋난 9개 품목의 매핑 정보와 카테고리 코드를 DB 테이블에 일괄 업데이트 수정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수입 과일(오렌지/바나나) 등 일반 소매(01) 가격 조사가 없는 작물은 최종 도매(02) 시세로 우회 수집하도록 후보군 폴백 보완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배추와 무의 품종 코드를 비워둠('')으로 교정하여 사계절(봄/여름/가을/겨울) 배추·무 시세가 누락 없이 통째로 병합 수집되게 하여 그래프를 빈틈없이 복구 완료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프로젝트 주요 성과 및 기대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4389120"/>
          </a:xfrm>
          <a:prstGeom prst="rect">
            <a:avLst/>
          </a:prstGeom>
          <a:solidFill>
            <a:srgbClr val="17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>
                <a:latin typeface="Malgun Gothic"/>
              </a:defRPr>
            </a:pPr>
            <a:r>
              <a:t>📈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풍부한 데이터 구축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26개 전 품목 데이터 확보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총 3,424개의 가공 가격 적재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최근 3년치 시세 이력 완비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딸기 등 계절 상품도 복원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실시간 시장 정합성 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17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>
                <a:latin typeface="Malgun Gothic"/>
              </a:defRPr>
            </a:pPr>
            <a:r>
              <a:t>🚀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클라우드 서비스 배포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Vercel 반응형 프론트엔드 배포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Supabase DB/Function 클라우드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Pinecone 벡터 임베딩 결합 완료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한국 IP 프록시 파이프라인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100% 무비용 서버리스 서비스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2" y="1645920"/>
            <a:ext cx="3328416" cy="4389120"/>
          </a:xfrm>
          <a:prstGeom prst="rect">
            <a:avLst/>
          </a:prstGeom>
          <a:solidFill>
            <a:srgbClr val="17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>
                <a:latin typeface="Malgun Gothic"/>
              </a:defRPr>
            </a:pPr>
            <a:r>
              <a:t>🌾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기대 효과 및 비전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전남 농가 대상 스마트 비서 역할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시세 변동 리스크 사전 대응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정확한 RAG 기반 농가 Q&amp;A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데이터 기반 가격 예측 확장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공급망 및 유통 비용 최적화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